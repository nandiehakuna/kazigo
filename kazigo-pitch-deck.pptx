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0" cy="548640"/>
          </a:xfrm>
          <a:prstGeom prst="rect">
            <a:avLst>
              <a:gd name="adj" fmla="val 13333"/>
            </a:avLst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KaziGo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E1CB"/>
                </a:solidFill>
              </a:rPr>
              <a:t>Work. Earn. Rise. Together.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operating system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for the informal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African worker.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E1CB"/>
                </a:solidFill>
              </a:rPr>
              <a:t>Africa's Talking Women in Tech Hackathon 2026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FE1CB"/>
                </a:solidFill>
              </a:rPr>
              <a:t>Theme: Freelancing &amp; Gig Economy Platforms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The problem.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50 million informal workers in Africa. Zero financial foundation.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01752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3C1D"/>
                </a:solidFill>
              </a:rPr>
              <a:t>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No identity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No verifiable work history. A carpenter who has done 200 jobs has zero proof.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301752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A7517"/>
                </a:solidFill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No safety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7889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Clients ghost after delivery. Payment is never guaranteed before work starts.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51760" cy="301752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691640"/>
            <a:ext cx="502920" cy="502920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</a:rPr>
              <a:t>$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No credit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7889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Banks won't lend without a credit history. That history doesn't exist.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"/>
            <a:ext cx="2011680" cy="20116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Meet Amina.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E1CB"/>
                </a:solidFill>
              </a:rPr>
              <a:t>Tailor ·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Westlands, Nairobi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Her reality today: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9144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</a:rPr>
              <a:t>Has 8 years of tailoring experience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</a:rPr>
              <a:t>Earns KES 800–3,000 per job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</a:rPr>
              <a:t>Has NEVER been able to get a bank loan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</a:rPr>
              <a:t>Has no way to prove her income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</a:rPr>
              <a:t>Lost KES 4,500 to ghosting clients last year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</a:rPr>
              <a:t>Owns a KSh 1,500 Tecno basic phone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4206240"/>
            <a:ext cx="4754880" cy="640080"/>
          </a:xfrm>
          <a:prstGeom prst="rect">
            <a:avLst>
              <a:gd name="adj" fmla="val 1142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4206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</a:rPr>
              <a:t>KaziGo changes everything for Amina.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Five pillars. One platform.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54480" cy="365760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1554480" cy="548640"/>
          </a:xfrm>
          <a:prstGeom prst="rect">
            <a:avLst>
              <a:gd name="adj" fmla="val 16667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Identity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Verified work history from every USSD session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3474720"/>
            <a:ext cx="1280160" cy="411480"/>
          </a:xfrm>
          <a:prstGeom prst="rect">
            <a:avLst>
              <a:gd name="adj" fmla="val 13333"/>
            </a:avLst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474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3C1D"/>
                </a:solidFill>
              </a:rPr>
              <a:t>USSD · SMS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30552" y="1005840"/>
            <a:ext cx="1554480" cy="365760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0552" y="1005840"/>
            <a:ext cx="1554480" cy="548640"/>
          </a:xfrm>
          <a:prstGeom prst="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Shield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21992" y="16916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Escrow locks payment before work starts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67712" y="3474720"/>
            <a:ext cx="1280160" cy="411480"/>
          </a:xfrm>
          <a:prstGeom prst="rect">
            <a:avLst>
              <a:gd name="adj" fmla="val 13333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3474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9E75"/>
                </a:solidFill>
              </a:rPr>
              <a:t>Payments · Voice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03904" y="1005840"/>
            <a:ext cx="1554480" cy="365760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1005840"/>
            <a:ext cx="1554480" cy="548640"/>
          </a:xfrm>
          <a:prstGeom prst="rect">
            <a:avLst>
              <a:gd name="adj" fmla="val 1666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Circle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95344" y="16916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Digital chama — bid together, split automatically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41064" y="3474720"/>
            <a:ext cx="1280160" cy="411480"/>
          </a:xfrm>
          <a:prstGeom prst="rect">
            <a:avLst>
              <a:gd name="adj" fmla="val 13333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41064" y="3474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4AB7"/>
                </a:solidFill>
              </a:rPr>
              <a:t>USSD · SMS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77256" y="1005840"/>
            <a:ext cx="1554480" cy="365760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77256" y="1005840"/>
            <a:ext cx="1554480" cy="548640"/>
          </a:xfrm>
          <a:prstGeom prst="rect">
            <a:avLst>
              <a:gd name="adj" fmla="val 16667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7256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Wallet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68696" y="16916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Earnings history = financial identity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14416" y="3474720"/>
            <a:ext cx="1280160" cy="411480"/>
          </a:xfrm>
          <a:prstGeom prst="rect">
            <a:avLst>
              <a:gd name="adj" fmla="val 1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14416" y="3474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7517"/>
                </a:solidFill>
              </a:rPr>
              <a:t>Payments · Airtime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150608" y="1005840"/>
            <a:ext cx="1554480" cy="365760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1005840"/>
            <a:ext cx="1554480" cy="548640"/>
          </a:xfrm>
          <a:prstGeom prst="rect">
            <a:avLst>
              <a:gd name="adj" fmla="val 1666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Guide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42048" y="16916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Claude AI mentor via SMS and voice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87768" y="3474720"/>
            <a:ext cx="1280160" cy="411480"/>
          </a:xfrm>
          <a:prstGeom prst="rect">
            <a:avLst>
              <a:gd name="adj" fmla="val 13333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87768" y="3474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5FA5"/>
                </a:solidFill>
              </a:rPr>
              <a:t>Voice · SMS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</a:rPr>
              <a:t>+ KaziScore — credit identity built from gig earnings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How it works — on any phone.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internet. No app. No smartphone required.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3657600"/>
          </a:xfrm>
          <a:prstGeom prst="rect">
            <a:avLst>
              <a:gd name="adj" fmla="val 7143"/>
            </a:avLst>
          </a:prstGeom>
          <a:solidFill>
            <a:srgbClr val="11182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2194560" cy="3017520"/>
          </a:xfrm>
          <a:prstGeom prst="rect">
            <a:avLst>
              <a:gd name="adj" fmla="val 2083"/>
            </a:avLst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*384*17825#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2103120" cy="2560320"/>
          </a:xfrm>
          <a:prstGeom prst="rect">
            <a:avLst>
              <a:gd name="adj" fmla="val 1739"/>
            </a:avLst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KaziGo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3152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back Amina!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31520" y="2340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4.8 | Jobs: 12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2596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My Identity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Available Jobs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31520" y="3364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My Circle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31520" y="3621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My Wallet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31520" y="3877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Ask Guide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74720" y="1188720"/>
            <a:ext cx="411480" cy="4114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1188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Amina dials 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Any basic phone, any network. Zero internet needed.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75888" y="1627632"/>
            <a:ext cx="0" cy="5029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148840"/>
            <a:ext cx="411480" cy="4114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0" y="2148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Job match found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2336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SMS + Voice call: 'New tailoring job, KES 1,200 in escrow.'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75888" y="2587752"/>
            <a:ext cx="0" cy="5029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3108960"/>
            <a:ext cx="411480" cy="41148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3108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She accepts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336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Press 2 → accept. Payment locked immediately.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75888" y="3547872"/>
            <a:ext cx="0" cy="5029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4069080"/>
            <a:ext cx="411480" cy="411480"/>
          </a:xfrm>
          <a:prstGeom prst="ellipse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2336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She gets paid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2336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Client confirms → M-Pesa release → voice confirmation call.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34AB7"/>
                </a:solidFill>
              </a:rPr>
              <a:t>IMARA Circle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The chama model, digitised.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347472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3C1D"/>
                </a:solidFill>
              </a:rPr>
              <a:t>Without KaziGo Circle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Solo freelancer loses big jobs to agencies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No collective bargaining power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No shared risk or savings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Isolated when things go wrong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Race to the bottom on pricing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840480" cy="3474720"/>
          </a:xfrm>
          <a:prstGeom prst="rect">
            <a:avLst>
              <a:gd name="adj" fmla="val 3158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With KaziGo Circle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Bid on large collective contracts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Auto earnings split on completion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5% auto-saved to emergency pool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Collective IMARA score = better jobs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Community when things go wrong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34AB7"/>
                </a:solidFill>
              </a:rPr>
              <a:t>Form a chama in 60 seconds via USSD. No app. No internet.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KaziScore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The credit identity informal workers have never had.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286000" cy="3474720"/>
          </a:xfrm>
          <a:prstGeom prst="rect">
            <a:avLst>
              <a:gd name="adj" fmla="val 4800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9E75"/>
                </a:solidFill>
              </a:rPr>
              <a:t>547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5041"/>
                </a:solidFill>
              </a:rPr>
              <a:t>KaziScore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103120" cy="347472"/>
          </a:xfrm>
          <a:prstGeom prst="rect">
            <a:avLst/>
          </a:prstGeom>
          <a:solidFill>
            <a:srgbClr val="BA751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Established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Earnings consistency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0" y="3383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D9E75"/>
                </a:solidFill>
              </a:rPr>
              <a:t>30%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Job completion rate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86000" y="3657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D9E75"/>
                </a:solidFill>
              </a:rPr>
              <a:t>25%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Client ratings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86000" y="39319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D9E75"/>
                </a:solidFill>
              </a:rPr>
              <a:t>20%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Platform tenure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86000" y="4206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D9E75"/>
                </a:solidFill>
              </a:rPr>
              <a:t>15%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Circle savings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86000" y="4480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D9E75"/>
                </a:solidFill>
              </a:rPr>
              <a:t>10%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17520" y="12801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Recommended loans: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17520" y="1783080"/>
            <a:ext cx="5669280" cy="822960"/>
          </a:xfrm>
          <a:prstGeom prst="rect">
            <a:avLst>
              <a:gd name="adj" fmla="val 8889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Equity Bank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2121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Equitel Eazzy Loan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1847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9% p.a.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1214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Up to KES 200,000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17520" y="2743200"/>
            <a:ext cx="5669280" cy="822960"/>
          </a:xfrm>
          <a:prstGeom prst="rect">
            <a:avLst>
              <a:gd name="adj" fmla="val 8889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807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Co-op Bank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3081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MCo-opCash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0" y="2807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14% p.a.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0815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Up to KES 100,000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17520" y="3703320"/>
            <a:ext cx="5669280" cy="822960"/>
          </a:xfrm>
          <a:prstGeom prst="rect">
            <a:avLst>
              <a:gd name="adj" fmla="val 8889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Faulu Kenya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Biashara Loan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0" y="3767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18% p.a.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4041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Up to KES 300,000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17520" y="47091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34AB7"/>
                </a:solidFill>
              </a:rPr>
              <a:t>Coming soon: KaziGo submits your earnings report directly to partner banks.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Africa's Talking — 6 APIs, 1 platform.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143000"/>
          </a:xfrm>
          <a:prstGeom prst="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88720"/>
            <a:ext cx="777240" cy="320040"/>
          </a:xfrm>
          <a:prstGeom prst="rect">
            <a:avLst>
              <a:gd name="adj" fmla="val 1142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USSD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Primary interface — full platform accessible from any basic phone with zero internet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114800" cy="1143000"/>
          </a:xfrm>
          <a:prstGeom prst="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1188720"/>
            <a:ext cx="777240" cy="320040"/>
          </a:xfrm>
          <a:prstGeom prst="rect">
            <a:avLst>
              <a:gd name="adj" fmla="val 1142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887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11430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Job alerts, payment confirmations, Guide advice, two-way worker-client messaging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114800" cy="1143000"/>
          </a:xfrm>
          <a:prstGeom prst="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514600"/>
            <a:ext cx="777240" cy="320040"/>
          </a:xfrm>
          <a:prstGeom prst="rect">
            <a:avLst>
              <a:gd name="adj" fmla="val 11429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146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Voice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24688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Outbound calls via ElevenLabs TTS — job alerts, payment confirmation, dispute mediation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2331720"/>
            <a:ext cx="4114800" cy="1143000"/>
          </a:xfrm>
          <a:prstGeom prst="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514600"/>
            <a:ext cx="777240" cy="320040"/>
          </a:xfrm>
          <a:prstGeom prst="rect">
            <a:avLst>
              <a:gd name="adj" fmla="val 1142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5146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Payments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24688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Escrow lock on job acceptance, automatic release on completion, circle earnings splits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114800" cy="1143000"/>
          </a:xfrm>
          <a:prstGeom prst="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840480"/>
            <a:ext cx="777240" cy="320040"/>
          </a:xfrm>
          <a:prstGeom prst="rect">
            <a:avLst>
              <a:gd name="adj" fmla="val 11429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404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Airtime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3040" y="37947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Reward workers on registration and milestone completions — zero bank account needed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3657600"/>
            <a:ext cx="4114800" cy="1143000"/>
          </a:xfrm>
          <a:prstGeom prst="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83480" y="3840480"/>
            <a:ext cx="777240" cy="320040"/>
          </a:xfrm>
          <a:prstGeom prst="rect">
            <a:avLst>
              <a:gd name="adj" fmla="val 11429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8404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Insights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37947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KaziScore factors — earnings trends, peak demand periods, worker performance analytics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ElevenLabs Voice Integration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3246120"/>
            <a:ext cx="6400800" cy="1280160"/>
          </a:xfrm>
          <a:prstGeom prst="rect">
            <a:avLst>
              <a:gd name="adj" fmla="val 7143"/>
            </a:avLst>
          </a:prstGeom>
          <a:solidFill>
            <a:srgbClr val="1F2937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3375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E1CB"/>
                </a:solidFill>
              </a:rPr>
              <a:t>"Hello Amina!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This is KaziGo. You have a new tailoring job in Westlands. KES 1,200 secured in escrow. </a:t>
            </a:r>
            <a:pPr indent="0" marL="0">
              <a:buNone/>
            </a:pPr>
            <a:r>
              <a:rPr lang="en-US" sz="1100" dirty="0">
                <a:solidFill>
                  <a:srgbClr val="9FE1CB"/>
                </a:solidFill>
              </a:rPr>
              <a:t>Dial star 384 to accept."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Real voice call · Real phone · Real Nairobi worker · No smartphone required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The business model.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474720"/>
          </a:xfrm>
          <a:prstGeom prst="rect">
            <a:avLst>
              <a:gd name="adj" fmla="val 4762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1097280"/>
          </a:xfrm>
          <a:prstGeom prst="rect">
            <a:avLst>
              <a:gd name="adj" fmla="val 8333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5–8%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Transaction fee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On every job that goes through escrow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20240" cy="3474720"/>
          </a:xfrm>
          <a:prstGeom prst="rect">
            <a:avLst>
              <a:gd name="adj" fmla="val 4762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097280"/>
            <a:ext cx="1920240" cy="1097280"/>
          </a:xfrm>
          <a:prstGeom prst="rect">
            <a:avLst>
              <a:gd name="adj" fmla="val 8333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0972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KES 500–2K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Credit reports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78892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Banks pay for verified KaziScore reports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920240" cy="3474720"/>
          </a:xfrm>
          <a:prstGeom prst="rect">
            <a:avLst>
              <a:gd name="adj" fmla="val 4762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97280"/>
            <a:ext cx="1920240" cy="1097280"/>
          </a:xfrm>
          <a:prstGeom prst="rect">
            <a:avLst>
              <a:gd name="adj" fmla="val 8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972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KES 50–100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Worker subscription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Premium KaziScore features per month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097280"/>
            <a:ext cx="1920240" cy="3474720"/>
          </a:xfrm>
          <a:prstGeom prst="rect">
            <a:avLst>
              <a:gd name="adj" fmla="val 4762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097280"/>
            <a:ext cx="1920240" cy="1097280"/>
          </a:xfrm>
          <a:prstGeom prst="rect">
            <a:avLst>
              <a:gd name="adj" fmla="val 8333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0972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Referral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Loan matching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78892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Fee when worker gets loan through KaziGo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365760"/>
          </a:xfrm>
          <a:prstGeom prst="rect">
            <a:avLst>
              <a:gd name="adj" fmla="val 15000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</a:rPr>
              <a:t>At 10,000 transactions/month at KES 1,500 avg → KES 750K–1.2M/month revenue potential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22960"/>
            <a:ext cx="640080" cy="640080"/>
          </a:xfrm>
          <a:prstGeom prst="rect">
            <a:avLst>
              <a:gd name="adj" fmla="val 11429"/>
            </a:avLst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822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KaziGo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Every job builds her identity.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Every payment builds her safety.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Every circle builds her community.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Every shilling builds her future.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E1CB"/>
                </a:solidFill>
              </a:rPr>
              <a:t>Work. Earn. Rise. Together.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E1CB"/>
                </a:solidFill>
              </a:rPr>
              <a:t>Built with: Africa's Talking USSD · SMS · Voice · Payments · Airtime  +  ElevenLabs  +  Claude AI  +  PostgreSQL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KaziGo — Work. Earn. Rise. Together.</dc:title>
  <dc:subject>PptxGenJS Presentation</dc:subject>
  <dc:creator>KaziGo</dc:creator>
  <cp:lastModifiedBy>KaziGo</cp:lastModifiedBy>
  <cp:revision>1</cp:revision>
  <dcterms:created xsi:type="dcterms:W3CDTF">2026-03-24T22:04:07Z</dcterms:created>
  <dcterms:modified xsi:type="dcterms:W3CDTF">2026-03-24T22:04:07Z</dcterms:modified>
</cp:coreProperties>
</file>